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502920"/>
            <a:ext cx="3566160" cy="7315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549640" y="5897880"/>
            <a:ext cx="2651760" cy="73152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207008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30302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Platform Engineering / Operations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49808" y="1828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Kubernetes運用設計の要点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単にクラスタを動かすのではなく、変更・障害・権限を制御できる運用基盤として設計する。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5897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60920" y="1417320"/>
            <a:ext cx="1828800" cy="1737360"/>
          </a:xfrm>
          <a:prstGeom prst="hexagon">
            <a:avLst/>
          </a:prstGeom>
          <a:solidFill>
            <a:srgbClr val="1D4ED8">
              <a:alpha val="92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Cluster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72600" y="2011680"/>
            <a:ext cx="320040" cy="502920"/>
          </a:xfrm>
          <a:prstGeom prst="chevron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12680" y="1417320"/>
            <a:ext cx="1600200" cy="1371600"/>
          </a:xfrm>
          <a:prstGeom prst="hexagon">
            <a:avLst/>
          </a:prstGeom>
          <a:solidFill>
            <a:srgbClr val="D1FAE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14432" y="1920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F4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692640" y="3703320"/>
            <a:ext cx="1600200" cy="1371600"/>
          </a:xfrm>
          <a:prstGeom prst="hexagon">
            <a:avLst/>
          </a:prstGeom>
          <a:solidFill>
            <a:srgbClr val="FEF3C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94392" y="42062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5400000">
            <a:off x="8796528" y="3401568"/>
            <a:ext cx="566928" cy="457200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運用設計は「責務の境界」から始める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Namespace、RBAC、NetworkPolicyを組み合わせ、影響範囲を明示する。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975104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Namespace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テナント境界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54680" y="18745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27832" y="1975104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RBAC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操作権限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23560" y="18745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96712" y="1975104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Quota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資源制限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874520"/>
            <a:ext cx="2011680" cy="731520"/>
          </a:xfrm>
          <a:prstGeom prst="roundRect">
            <a:avLst>
              <a:gd name="adj" fmla="val 75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975104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NetworkPolicy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通信制御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97480" y="2240280"/>
            <a:ext cx="457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66360" y="2240280"/>
            <a:ext cx="457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35240" y="2240280"/>
            <a:ext cx="457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703320"/>
            <a:ext cx="73152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" y="3886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設計の狙い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3544" y="4306824"/>
            <a:ext cx="28620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チーム単位でデプロイ権限と障害範囲を閉じ、クラスタ全体への波及を抑える。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3484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3703320"/>
            <a:ext cx="73152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3886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よくある失敗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672584" y="4306824"/>
            <a:ext cx="28620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default Namespaceの濫用、cluster-adminの常用、Pod間通信の全面許可。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3880" y="3703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183880" y="3703320"/>
            <a:ext cx="73152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1624" y="388620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確認ポイント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21624" y="4306824"/>
            <a:ext cx="286207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誰が、どのNamespaceで、どのAPIを、どの通信経路で使えるかを棚卸しする。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変更管理はGitを中心に閉じる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クラスタの実体ではなく、宣言的な望ましい状態をレビュー対象にする。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0208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92024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99232" y="20208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CI検証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02352" y="20208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GitOps同期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192024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5472" y="20208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Canary展開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35440" y="1920240"/>
            <a:ext cx="1737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08592" y="2020824"/>
            <a:ext cx="15910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自動Rollback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78608" y="2249424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81728" y="2249424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784848" y="2249424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887968" y="2249424"/>
            <a:ext cx="32004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22960" y="3246120"/>
            <a:ext cx="10149840" cy="65836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456432"/>
            <a:ext cx="9509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ポイント: kubectl applyを人手で直接叩く運用から、差分レビュー・ポリシー検査・段階的リリースへ寄せる。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45720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572000"/>
            <a:ext cx="73152" cy="9144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0704" y="4754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PRで見る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60704" y="5175504"/>
            <a:ext cx="272491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マニフェスト差分、イメージタグ、リソース要求、権限変更。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26280" y="45720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26280" y="4572000"/>
            <a:ext cx="73152" cy="9144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64024" y="475488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CIで止める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64024" y="5175504"/>
            <a:ext cx="272491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スキーマ、ポリシー、脆弱性、署名検証を機械的に確認。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45720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0" y="4572000"/>
            <a:ext cx="73152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67344" y="4754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本番で戻す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67344" y="5175504"/>
            <a:ext cx="2359152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SLOやエラー率をトリガにして段階的に戻せる構造にする。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観測性は「原因に辿れるか」で評価する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Metrics、Logs、Traces、Eventsを分離せず、障害調査の導線として結合する。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892040" y="2148840"/>
            <a:ext cx="233172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38928" y="24231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Service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Health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749040" y="2267712"/>
            <a:ext cx="1005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296912" y="2267712"/>
            <a:ext cx="10058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4498848"/>
            <a:ext cx="1005840" cy="-123444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321040" y="4498848"/>
            <a:ext cx="-1005840" cy="-123444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60120" y="182880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9248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Metrics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692640" y="182880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0" y="192481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Logs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60120" y="420624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302252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Traces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692640" y="420624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430225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Events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5257800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5257800"/>
            <a:ext cx="73152" cy="84124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5440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最初に見る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3544" y="5861304"/>
            <a:ext cx="245059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SLO、レイテンシ、エラー率、飽和状態。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5257800"/>
            <a:ext cx="283464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5257800"/>
            <a:ext cx="73152" cy="8412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01184" y="544068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掘り下げる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01184" y="5861304"/>
            <a:ext cx="245059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Pod再起動、OOM、スケジューリング失敗、依存先遅延。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75320" y="5257800"/>
            <a:ext cx="3017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D8E0EA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75320" y="5257800"/>
            <a:ext cx="73152" cy="8412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13064" y="544068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改善する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513064" y="5861304"/>
            <a:ext cx="2633472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Runbook、アラート閾値、ダッシュボードの粒度を更新。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4. 最小構成から成熟度を上げる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950976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最初から巨大な基盤を作らず、運用負荷とリスクの高い領域から順に標準化する。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150876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6420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1764792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2944368" y="155448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標準Namespace/RBAC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23560" y="158191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チーム単位の基本境界を定義する。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51460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7004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40280" y="2770632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2944368" y="2560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GitOpsとPolicy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23560" y="258775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変更をレビュー可能にし、危険な設定を入口で止める。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52044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67588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40280" y="3776472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944368" y="35661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Observability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623560" y="359359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SLOと障害調査導線を整備する。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4526280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681728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Step 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40280" y="4782312"/>
            <a:ext cx="54864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944368" y="4572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Platform API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623560" y="4599432"/>
            <a:ext cx="5166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開発者が安全なテンプレートをセルフサービスで使える状態にする。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5897880"/>
            <a:ext cx="10424160" cy="3840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600760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結論: Kubernetes運用の品質は、クラスタの機能数ではなく、変更と障害を制御できる設計で決まる。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155680" y="64008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Kubernetes運用設計の要点</dc:title>
  <dc:subject>Kubernetes operations and security</dc:subject>
  <dc:creator>OpenAI</dc:creator>
  <cp:lastModifiedBy>OpenAI</cp:lastModifiedBy>
  <cp:revision>1</cp:revision>
  <dcterms:created xsi:type="dcterms:W3CDTF">2026-09-03T13:49:07Z</dcterms:created>
  <dcterms:modified xsi:type="dcterms:W3CDTF">2026-09-03T13:49:07Z</dcterms:modified>
</cp:coreProperties>
</file>