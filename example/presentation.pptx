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-1428750"/>
            <a:ext cx="5715000" cy="5715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50" y="1143000"/>
            <a:ext cx="7620000" cy="762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625" y="1507926"/>
            <a:ext cx="1428750" cy="1428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5457" y="3222426"/>
            <a:ext cx="8681085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300" i="0" u="none">
                <a:solidFill>
                  <a:srgbClr val="0F172A"/>
                </a:solidFill>
                <a:latin typeface="Inter"/>
              </a:rPr>
              <a:t>Python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374951"/>
            <a:ext cx="76200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64748B"/>
                </a:solidFill>
                <a:latin typeface="Inter"/>
              </a:rPr>
              <a:t>A High-Level, Versatile Language for the Modern Web and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-1428750"/>
            <a:ext cx="5715000" cy="5715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58578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Overview &amp;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958578"/>
            <a:ext cx="523875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1638300"/>
            <a:ext cx="48101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Inter"/>
              </a:rPr>
              <a:t>Readability &amp; Simplicity: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Emphasizes clean syntax using whitespace indentation, making code easier to read and maintain.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2881907"/>
            <a:ext cx="48101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Inter"/>
              </a:rPr>
              <a:t>Interpreted Language: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Executes code line by line, which facilitates rapid prototyping and easier debugging.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125515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Inter"/>
              </a:rPr>
              <a:t>Multi-Paradigm: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Supports object-oriented, procedural, and functional programming styles.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5033962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Inter"/>
              </a:rPr>
              <a:t>Extensive Library: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Boasts a vast standard library and active open-source community support.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5942409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Inter"/>
              </a:rPr>
              <a:t>Cross-Platform: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Runs seamlessly on Windows, macOS, and Linux without modification.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85925"/>
            <a:ext cx="2857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29532"/>
            <a:ext cx="2000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73140"/>
            <a:ext cx="25717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086350"/>
            <a:ext cx="228600" cy="238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990034"/>
            <a:ext cx="2857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750" y="1143000"/>
            <a:ext cx="7620000" cy="762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38300"/>
            <a:ext cx="5238750" cy="4648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Syntax in Action: List Comprehension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245518"/>
            <a:ext cx="550068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Elegant and Concise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07493"/>
            <a:ext cx="52387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Python allows developers to express complex operations in fewer lines of code compared to other languages.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03476"/>
            <a:ext cx="5238750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This snippet demonstrates </a:t>
            </a:r>
            <a:r>
              <a:rPr b="1" sz="1650" i="0" u="none">
                <a:solidFill>
                  <a:srgbClr val="334155"/>
                </a:solidFill>
                <a:latin typeface="Inter"/>
              </a:rPr>
              <a:t>list comprehension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, a powerful feature to create lists based on existing lists in a highly readable format. It efficiently filters even numbers and squares them in a single, expressive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-1428750"/>
            <a:ext cx="5715000" cy="5715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303686"/>
            <a:ext cx="5238750" cy="10638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4558010"/>
            <a:ext cx="5238750" cy="92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The Math Module: Built-in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2455961"/>
            <a:ext cx="52387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Python provides a robust 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math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module for complex mathematical operations without needing external libraries.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442864"/>
            <a:ext cx="52387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Example: Calculating the area of a circle using the formula: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606" y="3694211"/>
            <a:ext cx="1150887" cy="2827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0125" y="3651944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Inter"/>
              </a:rPr>
              <a:t>Functions: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Includes 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sqrt()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log()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ceil()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, and trigonometric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560391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Inter"/>
              </a:rPr>
              <a:t>Constants: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Provides access to fundamental constants like π (pi) and </a:t>
            </a:r>
            <a:r>
              <a:rPr b="0" sz="1650" i="1" u="none">
                <a:solidFill>
                  <a:srgbClr val="334155"/>
                </a:solidFill>
                <a:latin typeface="Inter"/>
              </a:rPr>
              <a:t>e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(Euler's number).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99569"/>
            <a:ext cx="1714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08016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750" y="1143000"/>
            <a:ext cx="7620000" cy="762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3429000" cy="412000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828800"/>
            <a:ext cx="3429000" cy="41200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828800"/>
            <a:ext cx="3429000" cy="41200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6875" y="6418510"/>
            <a:ext cx="1428750" cy="1428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5" y="6418510"/>
            <a:ext cx="1428750" cy="1428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Primary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05875" y="6418510"/>
            <a:ext cx="1619250" cy="4394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Scalable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5875" y="6418510"/>
            <a:ext cx="1619250" cy="14287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5875" y="6418510"/>
            <a:ext cx="809625" cy="142875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15500" y="6418510"/>
            <a:ext cx="809625" cy="142875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2219325"/>
            <a:ext cx="762000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5813" y="3219450"/>
            <a:ext cx="298037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E293B"/>
                </a:solidFill>
                <a:latin typeface="Inter"/>
              </a:rPr>
              <a:t>Web 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3686175"/>
            <a:ext cx="28384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Robust backend frameworks like Django and Flask power scalable web applications and APIs.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2219325"/>
            <a:ext cx="762000" cy="76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5813" y="3219450"/>
            <a:ext cx="298037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E293B"/>
                </a:solidFill>
                <a:latin typeface="Inter"/>
              </a:rPr>
              <a:t>AI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6775" y="3686175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The leading language for Data Science and Machine Learning, utilizing Pandas, TensorFlow, and PyTorch.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0" y="2219325"/>
            <a:ext cx="762000" cy="76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5813" y="3219450"/>
            <a:ext cx="298037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E293B"/>
                </a:solidFill>
                <a:latin typeface="Inter"/>
              </a:rPr>
              <a:t>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6775" y="3686175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Ideal for writing scripts to automate repetitive system tasks, web scraping, and testing workflows.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4550" y="2428875"/>
            <a:ext cx="342900" cy="342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1687" y="2428875"/>
            <a:ext cx="428625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1687" y="2428875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3830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4135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135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87723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75" y="178117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https://banner2.cleanpng.com/20180402/jkq/avhep1sgp.webp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202689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www.cleanpng.com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2494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75" y="256594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https://docs.spyder-ide.org/current/_images/editor-standard.webp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281166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docs.spyder-ide.org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