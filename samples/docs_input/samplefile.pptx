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7899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49808" y="1947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コンテナ運用を標準化するプラットフォーム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" y="2615184"/>
            <a:ext cx="60350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アプリケーションをPodとして配置し、宣言的な設定にもとづいてスケジューリング、自己修復、スケール、ロールアウトを自動化する。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6384" y="3959352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406450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Declarative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3959352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406450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Self-healing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3959352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406450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Scalable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75320" y="18288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48" y="1975104"/>
            <a:ext cx="1380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12680" y="3493008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22408" y="3639312"/>
            <a:ext cx="12435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18120" y="4233672"/>
            <a:ext cx="1005840" cy="713232"/>
          </a:xfrm>
          <a:prstGeom prst="roundRect">
            <a:avLst>
              <a:gd name="adj" fmla="val 10256"/>
            </a:avLst>
          </a:prstGeom>
          <a:solidFill>
            <a:srgbClr val="EAF8F2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4379976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81160" y="50749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FF7DC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5221224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Service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79992" y="2971800"/>
            <a:ext cx="1389888" cy="521208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2680" y="4160520"/>
            <a:ext cx="-1188720" cy="36576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23960" y="4800600"/>
            <a:ext cx="457200" cy="557784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692640" y="6473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 overview /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Kubernetesが解く課題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単体サーバ運用から、宣言的な分散システム運用へ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83080" y="15636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配置の抽象化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51960" y="153619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コンテナをどのノードで動かすかをスケジューラが決定。利用者は「望ましい状態」をYAMLで表現する。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B4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障害時の復旧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1960" y="258775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PodやNodeの状態を継続的に監視し、異常時は再作成・再配置してサービス継続性を保つ。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C3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783080" y="36667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スケールと更新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363931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Replica数やHPAで負荷に応じた水平スケールを行い、Deploymentで段階的なロールアウトを管理する。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606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783080" y="4718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環境差分の吸収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469087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Service、ConfigMap、Secret、Ingress/Gatewayなどにより、アプリケーションと実行環境の結合を弱める。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98448" y="2084832"/>
            <a:ext cx="0" cy="347472"/>
          </a:xfrm>
          <a:prstGeom prst="line">
            <a:avLst/>
          </a:prstGeom>
          <a:noFill/>
          <a:ln w="12700">
            <a:solidFill>
              <a:srgbClr val="D4DB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3136392"/>
            <a:ext cx="0" cy="347472"/>
          </a:xfrm>
          <a:prstGeom prst="line">
            <a:avLst/>
          </a:prstGeom>
          <a:noFill/>
          <a:ln w="12700">
            <a:solidFill>
              <a:srgbClr val="D4DB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4187952"/>
            <a:ext cx="0" cy="347472"/>
          </a:xfrm>
          <a:prstGeom prst="line">
            <a:avLst/>
          </a:prstGeom>
          <a:noFill/>
          <a:ln w="12700">
            <a:solidFill>
              <a:srgbClr val="D4DB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6473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 overview /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基本アーキテクチャ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 Planeが状態を管理し、Worker Nodeがワークロードを実行する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0" y="2240280"/>
            <a:ext cx="132588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400800" y="3547872"/>
            <a:ext cx="-960120" cy="886968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818120" y="3547872"/>
            <a:ext cx="914400" cy="886968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171907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AF0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865376"/>
            <a:ext cx="15179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API Server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171907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1865376"/>
            <a:ext cx="1197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etcd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30632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3209544"/>
            <a:ext cx="1380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Scheduler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66160" y="3017520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3163824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Manager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B4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Worker Node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49440" y="2121408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AF8F2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226771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kubelet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2121408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7DC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2267712"/>
            <a:ext cx="1289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container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runtime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45262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EAF8F2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4672584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41080" y="45262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EAF8F2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4672584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583387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APIを中心に、宣言されたDesired Stateと実際のCurrent Stateの差分を継続的に収束させる。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0" y="6473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 overview /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デプロイと自己修復の流れ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DeploymentはReplicaSetとPodを通じて、指定した状態を維持する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57400" y="2743200"/>
            <a:ext cx="146304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83480" y="2743200"/>
            <a:ext cx="146304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09560" y="2743200"/>
            <a:ext cx="146304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176272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22576"/>
            <a:ext cx="1152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YAML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manifest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2176272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322576"/>
            <a:ext cx="1243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2176272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7DC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322576"/>
            <a:ext cx="12893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Deployment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2176272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AF8F2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2328" y="2322576"/>
            <a:ext cx="13350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ReplicaSet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Pods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7955280" y="3749040"/>
            <a:ext cx="2286000" cy="914400"/>
          </a:xfrm>
          <a:prstGeom prst="arc">
            <a:avLst/>
          </a:prstGeom>
          <a:noFill/>
          <a:ln w="25400">
            <a:solidFill>
              <a:srgbClr val="32B47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635240" y="4782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B4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異常検知 → 再作成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54406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例: replicas: 3なら、Podが1つ落ちてもControllerが差分を検知し、新しいPodを作る。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92640" y="6473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 overview /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運用で押さえる観点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便利さの裏側にある複雑性を、標準化と観測で制御する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655064"/>
            <a:ext cx="1929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リソース設計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requests / limits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HPA / VPA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11880" y="15087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1608" y="1655064"/>
            <a:ext cx="1929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セキュリティ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RBAC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NetworkPolicy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Secret管理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655064"/>
            <a:ext cx="1929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可観測性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metrics / logs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traces / events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98280" y="15087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08008" y="1655064"/>
            <a:ext cx="1929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リリース管理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GitOps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progressive delivery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38528" y="2834640"/>
            <a:ext cx="0" cy="960120"/>
          </a:xfrm>
          <a:prstGeom prst="line">
            <a:avLst/>
          </a:prstGeom>
          <a:noFill/>
          <a:ln w="19050">
            <a:solidFill>
              <a:srgbClr val="B7C3D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1728" y="2834640"/>
            <a:ext cx="0" cy="960120"/>
          </a:xfrm>
          <a:prstGeom prst="line">
            <a:avLst/>
          </a:prstGeom>
          <a:noFill/>
          <a:ln w="19050">
            <a:solidFill>
              <a:srgbClr val="B7C3D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24928" y="2834640"/>
            <a:ext cx="0" cy="960120"/>
          </a:xfrm>
          <a:prstGeom prst="line">
            <a:avLst/>
          </a:prstGeom>
          <a:noFill/>
          <a:ln w="19050">
            <a:solidFill>
              <a:srgbClr val="B7C3D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168128" y="2834640"/>
            <a:ext cx="0" cy="960120"/>
          </a:xfrm>
          <a:prstGeom prst="line">
            <a:avLst/>
          </a:prstGeom>
          <a:noFill/>
          <a:ln w="19050">
            <a:solidFill>
              <a:srgbClr val="B7C3D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25880" y="3886200"/>
            <a:ext cx="9601200" cy="1188720"/>
          </a:xfrm>
          <a:prstGeom prst="roundRect">
            <a:avLst>
              <a:gd name="adj" fmla="val 6154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42793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Kubernetes運用の要点は「設定を宣言的に管理し、状態を観測し、差分を安全に収束させる」こと。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57784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060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小さく始めるなら、Deployment / Service / IngressまたはGateway / ConfigMap / Secret / HPAから理解すると全体像を掴みやすい。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6473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 overview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概要</dc:title>
  <dc:subject>Kubernetes overview</dc:subject>
  <dc:creator>OpenAI</dc:creator>
  <cp:lastModifiedBy>OpenAI</cp:lastModifiedBy>
  <cp:revision>1</cp:revision>
  <dcterms:created xsi:type="dcterms:W3CDTF">2026-09-03T12:24:55Z</dcterms:created>
  <dcterms:modified xsi:type="dcterms:W3CDTF">2026-09-03T12:24:55Z</dcterms:modified>
</cp:coreProperties>
</file>